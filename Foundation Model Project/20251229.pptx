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48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3D2E5-ACB5-89BF-AFEF-586621928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E4307B-B913-3C22-0318-0A320B901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93C7B3-CAA8-E72B-F7B4-52CA958C5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82B-B66A-4C18-B7E8-B9943536A803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3E78BA-D25E-AF1A-2424-A5184603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86F7B9-02AB-E9BE-0FC0-A525B1D0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01F4-F9FF-414B-8902-8898C1CD4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834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3A38CC-4E50-FDF3-57C6-9BA685011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919EF0-545C-B93D-F9A8-A31DD6B95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D59E34-8ACD-4F32-6D25-E19F12572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82B-B66A-4C18-B7E8-B9943536A803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27C0D4-C492-DB48-EB94-5AA20392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3C1091-BABB-5F77-E61D-D58140E45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01F4-F9FF-414B-8902-8898C1CD4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37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053C5B-3251-961C-181B-DCD092DA7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60BD3E-E402-8417-C5F0-892D7383F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F1E1D0-C466-0152-21B8-367E7B27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82B-B66A-4C18-B7E8-B9943536A803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CFCA36-A4C9-2567-3B31-2805B43C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C7B72B-B655-21C9-72B9-892D75AB8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01F4-F9FF-414B-8902-8898C1CD4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53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60C74-7E53-11DF-3351-689B259C2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F45047-9D99-8A58-0002-8DB76382A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38894D-A2F8-0ACB-E6CE-77B9FE60C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542F4D-E651-001F-71F8-D4238625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82B-B66A-4C18-B7E8-B9943536A803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85874F-F328-A9E8-F890-EB9B72909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B5B3A6-8516-BFED-D8A1-2A0C91A4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01F4-F9FF-414B-8902-8898C1CD4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95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328AA-E067-3F96-1E90-461D445F0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2FC05C-B0F8-0647-2759-E66610D9F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64776D-2139-B614-CD67-F89106055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6E1290-4249-7B86-99D6-CF869265B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CF5F08-2E30-BC3E-7C41-A3DF11B97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A6FDF1-E6FE-3D14-F0F5-A6963AC8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82B-B66A-4C18-B7E8-B9943536A803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885CB5-0520-998B-5A50-A94810CD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1218442-C452-157C-4089-37C44AE9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01F4-F9FF-414B-8902-8898C1CD4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635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A2189E-F6C8-D50A-4326-6D55FD25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76D5E2-E5CA-A037-AEC3-A6B668973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82B-B66A-4C18-B7E8-B9943536A803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91102A-C004-F6BC-EA3C-04431B71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9A63E6-BBA2-5FA8-269D-73A25F89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01F4-F9FF-414B-8902-8898C1CD4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62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89FF47-EC46-B0D0-C50F-16F6B301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82B-B66A-4C18-B7E8-B9943536A803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8814E3-6098-0133-97A9-635A3BC8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87AEEB-4FE8-992E-1D0B-184DE763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01F4-F9FF-414B-8902-8898C1CD4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383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EF6ED-595F-159C-371C-B9BFF996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34F27-8ACE-3F22-2F2E-8068B7AE6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701933-63D6-A6D3-1CD8-984629F87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EBCA3A-CA64-3A8F-8B6C-9C71C6570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82B-B66A-4C18-B7E8-B9943536A803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982A75-50E2-C0FF-D53E-D6331817F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4DEA5F-69D4-B700-3D29-A52BDAF5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01F4-F9FF-414B-8902-8898C1CD4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6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95596-3A42-3E26-B3F3-7E4083EC3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CC0E59-A2EF-F84D-03CC-23AF8DEF2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0AF52D-3D63-47A6-F827-2BD30893A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0F16E1-0E3A-6864-0338-986FEC117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82B-B66A-4C18-B7E8-B9943536A803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ACBBB-6E28-B387-1E8A-E6B439424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EED26E-87BF-B84A-FBA7-AA27DBF5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01F4-F9FF-414B-8902-8898C1CD4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5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02AA9-C0BF-3DAE-14F1-EA2E560F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335B0C-0233-BD64-5B09-E51CBC667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1B512E-53FF-26DE-C6D3-CA500CBB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82B-B66A-4C18-B7E8-B9943536A803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5AF3E3-9BF7-F050-D15F-AFCBDC5CA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1EF414-BB45-3569-AB43-8A955C681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01F4-F9FF-414B-8902-8898C1CD4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238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B5FFE5-B8F6-C95A-4891-00E0AA3FF2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8DF923-3D7D-B2A9-1608-3EEB7C5ED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F8BF9-3601-9ADA-B60D-78D12476A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82B-B66A-4C18-B7E8-B9943536A803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2021AB-24B0-F6EE-FBC5-373BDC1A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40FD6-8C1B-CC90-05F5-2F1B6A78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01F4-F9FF-414B-8902-8898C1CD4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15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8CB525-6ED6-B71C-79F0-3064D89A0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14C7A9-2181-492B-55F0-1AE22FCFE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456B97-F776-88E1-F630-4E91EA819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DB82B-B66A-4C18-B7E8-B9943536A803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89237-4EE7-B32A-9F80-F14A65F8C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C9C639-E82C-1ABB-E3E3-014DDC6CD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C01F4-F9FF-414B-8902-8898C1CD4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21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文本&#10;&#10;AI 生成的内容可能不正确。">
            <a:extLst>
              <a:ext uri="{FF2B5EF4-FFF2-40B4-BE49-F238E27FC236}">
                <a16:creationId xmlns:a16="http://schemas.microsoft.com/office/drawing/2014/main" id="{737689EE-C5B6-EFEE-820F-365F3D91A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225" y="-1"/>
            <a:ext cx="5339832" cy="2912533"/>
          </a:xfrm>
          <a:prstGeom prst="rect">
            <a:avLst/>
          </a:prstGeom>
        </p:spPr>
      </p:pic>
      <p:pic>
        <p:nvPicPr>
          <p:cNvPr id="28" name="图片 27" descr="图表, 条形图&#10;&#10;AI 生成的内容可能不正确。">
            <a:extLst>
              <a:ext uri="{FF2B5EF4-FFF2-40B4-BE49-F238E27FC236}">
                <a16:creationId xmlns:a16="http://schemas.microsoft.com/office/drawing/2014/main" id="{40900230-9270-C32C-78C3-6B2469E3A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225" y="2912532"/>
            <a:ext cx="5354150" cy="3813388"/>
          </a:xfrm>
          <a:prstGeom prst="rect">
            <a:avLst/>
          </a:prstGeom>
        </p:spPr>
      </p:pic>
      <p:pic>
        <p:nvPicPr>
          <p:cNvPr id="3" name="图片 2" descr="图表, 散点图&#10;&#10;AI 生成的内容可能不正确。">
            <a:extLst>
              <a:ext uri="{FF2B5EF4-FFF2-40B4-BE49-F238E27FC236}">
                <a16:creationId xmlns:a16="http://schemas.microsoft.com/office/drawing/2014/main" id="{39EC8066-766A-291D-124C-C5DF5E6C2A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855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200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682EE-769F-7BCA-4219-33855233D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其中比较值得注意的点：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15FE4C-4DDE-E24B-3960-9F0E3C8DF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err="1"/>
              <a:t>UltraFedFM</a:t>
            </a:r>
            <a:r>
              <a:rPr lang="zh-CN" altLang="en-US" sz="2400" b="1" dirty="0"/>
              <a:t>的联邦学习</a:t>
            </a:r>
            <a:r>
              <a:rPr lang="zh-CN" altLang="en-US" sz="2400" dirty="0"/>
              <a:t>：首次将隐私保护融入超声基础模型训练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MOFO</a:t>
            </a:r>
            <a:r>
              <a:rPr lang="zh-CN" altLang="en-US" sz="2400" b="1" dirty="0"/>
              <a:t>的文本模态融合</a:t>
            </a:r>
            <a:r>
              <a:rPr lang="zh-CN" altLang="en-US" sz="2400" dirty="0"/>
              <a:t>：嵌入文本提示词的有监督学习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b="1" dirty="0" err="1"/>
              <a:t>UltraSAM</a:t>
            </a:r>
            <a:r>
              <a:rPr lang="zh-CN" altLang="en-US" sz="2400" b="1" dirty="0"/>
              <a:t>的数据效率</a:t>
            </a:r>
            <a:r>
              <a:rPr lang="zh-CN" altLang="en-US" sz="2400" dirty="0"/>
              <a:t>：使用有监督学习微调，极少标注数据实现高性能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err="1"/>
              <a:t>EchoCare</a:t>
            </a:r>
            <a:r>
              <a:rPr lang="zh-CN" altLang="en-US" sz="2400" b="1" dirty="0"/>
              <a:t>的规模</a:t>
            </a:r>
            <a:r>
              <a:rPr lang="zh-CN" altLang="en-US" sz="2400" dirty="0"/>
              <a:t>：</a:t>
            </a:r>
            <a:r>
              <a:rPr lang="en-US" altLang="zh-CN" sz="2400" dirty="0"/>
              <a:t>453</a:t>
            </a:r>
            <a:r>
              <a:rPr lang="zh-CN" altLang="en-US" sz="2400" dirty="0"/>
              <a:t>万图像，</a:t>
            </a:r>
            <a:r>
              <a:rPr lang="en-US" altLang="zh-CN" sz="2400" dirty="0"/>
              <a:t>56</a:t>
            </a:r>
            <a:r>
              <a:rPr lang="zh-CN" altLang="en-US" sz="2400" dirty="0"/>
              <a:t>种解剖结构，规模最大</a:t>
            </a:r>
          </a:p>
        </p:txBody>
      </p:sp>
    </p:spTree>
    <p:extLst>
      <p:ext uri="{BB962C8B-B14F-4D97-AF65-F5344CB8AC3E}">
        <p14:creationId xmlns:p14="http://schemas.microsoft.com/office/powerpoint/2010/main" val="1644708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64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其中比较值得注意的点：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Atlanta H</dc:creator>
  <cp:lastModifiedBy>Atlanta H</cp:lastModifiedBy>
  <cp:revision>8</cp:revision>
  <dcterms:created xsi:type="dcterms:W3CDTF">2025-12-29T06:31:09Z</dcterms:created>
  <dcterms:modified xsi:type="dcterms:W3CDTF">2025-12-29T08:15:33Z</dcterms:modified>
</cp:coreProperties>
</file>