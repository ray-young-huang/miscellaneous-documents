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6049" autoAdjust="0"/>
  </p:normalViewPr>
  <p:slideViewPr>
    <p:cSldViewPr snapToGrid="0">
      <p:cViewPr varScale="1">
        <p:scale>
          <a:sx n="81" d="100"/>
          <a:sy n="81" d="100"/>
        </p:scale>
        <p:origin x="182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8531B-7CE4-1244-BAED-27636BBD8D15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39050-9160-3C42-86AC-EA63898F4F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3889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会比较难找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39050-9160-3C42-86AC-EA63898F4F1E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548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他们应该没用过</a:t>
            </a:r>
            <a:r>
              <a:rPr lang="en-US" altLang="zh-CN" dirty="0"/>
              <a:t>.h</a:t>
            </a:r>
            <a:r>
              <a:rPr lang="zh-CN" altLang="en-US" dirty="0"/>
              <a:t>文件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39050-9160-3C42-86AC-EA63898F4F1E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7492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分工关系</a:t>
            </a:r>
          </a:p>
          <a:p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mainwindow.h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头文件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作用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：类的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声明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接口定义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类的声明（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MainWindow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）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成员变量的声明（如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Ui::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MainWindow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）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成员函数的声明（如构造函数、析构函数）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宏定义和包含的头文件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：告诉编译器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这个类长什么样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，其他文件通过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"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mainwindow.h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可以使用这个类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mainwindow.cpp (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实现文件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作用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：类的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具体实现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成员函数的具体实现代码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构造函数的初始化逻辑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析构函数的清理逻辑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：告诉编译器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这个类的功能如何实现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39050-9160-3C42-86AC-EA63898F4F1E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2492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39050-9160-3C42-86AC-EA63898F4F1E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968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48219-9D13-AB7D-B8DE-8FE9B9013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FC500A-E231-55E3-E5AB-A2C3CB37F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926D90-B75B-C136-9CD1-0E1A92B5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916C-FCA0-2B4A-8972-4CD44D8E7113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453349-8E58-929B-BC72-547802960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570A8E-AA1B-C475-CE21-6912B4D66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98EF-51A5-C44A-AEA0-C61AECB7CE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9255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66A211-6954-3755-2FDF-7B8BC2DE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9AA4D-7733-3BAF-7282-11D9F9C57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C6EEC-6EBA-6349-EDB3-8434143AA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916C-FCA0-2B4A-8972-4CD44D8E7113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71B6CF-78D1-D34B-0621-7D2137B9B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3419E7-3158-DC67-1BD1-B16B6D27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98EF-51A5-C44A-AEA0-C61AECB7CE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888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720D9-A7CA-8124-6169-9CA705BE2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D4EBE5-6DD4-AAA0-8155-0244C40DE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311E21-4F70-EDA3-B2C7-F21F56F0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916C-FCA0-2B4A-8972-4CD44D8E7113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F8AA3F-3A35-9EF8-F839-C758C176A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2DED15-E69D-52CE-29BF-75D347A9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98EF-51A5-C44A-AEA0-C61AECB7CE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348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F67BC-7282-1BCB-0951-CA697C1FB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8EE64-2DB5-4D62-772D-B85D0CBFD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6AA9BE-0985-6894-408B-697804A57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B94DDB-9560-5C5B-9EBF-89E7D7836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916C-FCA0-2B4A-8972-4CD44D8E7113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4055A1-AD08-5DAE-0C8E-2D8137AF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A0728F-8BC2-04C3-7520-C804605BC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98EF-51A5-C44A-AEA0-C61AECB7CE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9880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DF694-20C4-8AFB-FDFF-A4ABACF3F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9149FD-118A-998D-04AD-4AC48D212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B42714-82E2-3C4D-6846-23DEF5C1D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4AEDB-ECDF-E890-4F9C-6B4754A2D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DAE3E3-2702-3D97-C77F-CE295F9E0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AB5A54-6243-49EA-AFDC-BB460ED1F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916C-FCA0-2B4A-8972-4CD44D8E7113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8275C5-F7CF-DE61-2C9C-8E06D4FE4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2823CE-728E-1ABD-88B6-768A5D70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98EF-51A5-C44A-AEA0-C61AECB7CE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1631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C883D-46CA-CEF3-E748-429A50F0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864563-84C0-2B77-F9B5-9662F36A2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916C-FCA0-2B4A-8972-4CD44D8E7113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4B9ABB-0CBC-A43D-34BA-77A7C1C7E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A23E8E-F557-7CEE-A2EE-76AC9A6C3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98EF-51A5-C44A-AEA0-C61AECB7CE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91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8B4F1E-8C2D-6A29-F45C-9646B1A8A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916C-FCA0-2B4A-8972-4CD44D8E7113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375EB9-1D01-0C80-16D1-AC338D9CD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A3FE87-8492-528A-2CFD-F29C6675A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98EF-51A5-C44A-AEA0-C61AECB7CE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5775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48C76-1A8C-1E14-2FC5-A20DD91BA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E49052-878C-8D45-795A-C0E3AEF25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C9E512-CCBC-4BFA-AB4F-311E0B115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672B96-6975-0997-B086-62752532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916C-FCA0-2B4A-8972-4CD44D8E7113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A3A0C4-8F63-F914-2564-4844B6BAA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D1AA60-EAA3-2F75-0596-5605152A6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98EF-51A5-C44A-AEA0-C61AECB7CE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035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C4E13-B398-B7E9-1FD1-0F5106AA3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B80560-C00A-F495-F905-DAA92BAE3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E47E9E-6FD5-F134-9648-6AA1E380B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2AFEF0-6C80-944F-A4F2-B797ED16F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916C-FCA0-2B4A-8972-4CD44D8E7113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B82175-5725-31FB-F8B8-6FA3A9566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CE78AA-EEAA-17E7-3570-14DF8C328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98EF-51A5-C44A-AEA0-C61AECB7CE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356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9D17E9-13E6-3F82-F825-70D6EA2F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0EF99D-6F70-1F8E-95EC-0E25439FC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38825A-1671-3700-EAA6-402F46BA3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916C-FCA0-2B4A-8972-4CD44D8E7113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90682B-7D06-B51A-5557-BD4CF76A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6657D8-A7E8-D516-153C-DE7DC46B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98EF-51A5-C44A-AEA0-C61AECB7CE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695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A2CFC6-8864-E20A-0550-C16E81E1B9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16D6F2-B2A4-68D0-0A74-C513CE1F6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41A180-F6F4-3A8C-027E-AA0AE95C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916C-FCA0-2B4A-8972-4CD44D8E7113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B78E0B-FE15-FB5D-B8A3-2AE64A249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7FFD24-AD72-7CD7-4EDB-500723CD6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98EF-51A5-C44A-AEA0-C61AECB7CE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2908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A73D0D-E041-926F-9778-51AF67FD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411C72-EFE8-8196-460C-887C03027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E5D0B9-A33E-7AF7-28C6-E9B4DC31D0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E3916C-FCA0-2B4A-8972-4CD44D8E7113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A4E91E-75B3-CB83-E000-FD5324CF9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0FFE0D-01DE-766B-024A-4F0F29C32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F98EF-51A5-C44A-AEA0-C61AECB7CE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949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B7DC9-1B55-D0A8-EA9C-A8C71E71C3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Qt</a:t>
            </a:r>
            <a:r>
              <a:rPr kumimoji="1" lang="zh-CN" altLang="en-US" dirty="0"/>
              <a:t> 的基础使用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96E346-8505-2C9D-642D-1D0A7939B9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5474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08153-E155-50EC-3E0C-B139AE56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Qt</a:t>
            </a:r>
            <a:r>
              <a:rPr kumimoji="1" lang="zh-CN" altLang="en-US" dirty="0"/>
              <a:t> 安装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1585D-FAE7-9D66-D449-23BBF4749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330" y="798950"/>
            <a:ext cx="5093970" cy="1066165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dirty="0"/>
              <a:t>官网：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www.qt.io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7FBE75-2098-3D3C-87BF-FAE47A212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880" y="1690688"/>
            <a:ext cx="3784599" cy="21288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2985533-0004-D355-C6A0-9547DB85E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79" y="4102893"/>
            <a:ext cx="3784600" cy="21288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D977264-9C2B-7317-8008-22CBA801A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924" y="1690688"/>
            <a:ext cx="3784599" cy="21288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762CD11-37D1-D6A9-ABE6-FEB20A144E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4921" y="4102892"/>
            <a:ext cx="3784601" cy="212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20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18565-B327-711D-B47B-F14E78FE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Qt</a:t>
            </a:r>
            <a:r>
              <a:rPr kumimoji="1" lang="zh-CN" altLang="en-US" dirty="0"/>
              <a:t> 安装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6DE76B-2600-1FD6-C09A-1D1FE2C71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8070" y="838914"/>
            <a:ext cx="8583930" cy="377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" altLang="zh-CN" sz="1800" dirty="0"/>
              <a:t>./qt-unified-windows-x64-4.6.1-online.exe --mirror https://</a:t>
            </a:r>
            <a:r>
              <a:rPr kumimoji="1" lang="en" altLang="zh-CN" sz="1800" dirty="0" err="1"/>
              <a:t>mirror.nju.edu.cn</a:t>
            </a:r>
            <a:r>
              <a:rPr kumimoji="1" lang="en" altLang="zh-CN" sz="1800" dirty="0"/>
              <a:t>/qt</a:t>
            </a:r>
            <a:endParaRPr kumimoji="1" lang="zh-CN" altLang="en-US" sz="1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9D3328-4F5B-71B1-1429-2479E2F94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536" y="1397595"/>
            <a:ext cx="4419600" cy="203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8821121-B6C6-EF48-C735-84C40416F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870" y="3861346"/>
            <a:ext cx="3886200" cy="26119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353DA1C-EE77-03E0-ABCC-C4DA826A8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436" y="3861346"/>
            <a:ext cx="3886200" cy="261193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4F212EE-C4FD-008D-3651-D639EECCDE68}"/>
              </a:ext>
            </a:extLst>
          </p:cNvPr>
          <p:cNvSpPr txBox="1"/>
          <p:nvPr/>
        </p:nvSpPr>
        <p:spPr>
          <a:xfrm>
            <a:off x="1268730" y="2800350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忘记装的组件后面可以补</a:t>
            </a:r>
          </a:p>
        </p:txBody>
      </p:sp>
    </p:spTree>
    <p:extLst>
      <p:ext uri="{BB962C8B-B14F-4D97-AF65-F5344CB8AC3E}">
        <p14:creationId xmlns:p14="http://schemas.microsoft.com/office/powerpoint/2010/main" val="3773825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18565-B327-711D-B47B-F14E78FE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创建工程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6DE76B-2600-1FD6-C09A-1D1FE2C71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选择编写比较简单的</a:t>
            </a:r>
            <a:r>
              <a:rPr kumimoji="1" lang="en-US" altLang="zh-CN" dirty="0" err="1"/>
              <a:t>qmake</a:t>
            </a:r>
            <a:r>
              <a:rPr kumimoji="1" lang="zh-CN" altLang="en-US" dirty="0"/>
              <a:t>工具</a:t>
            </a:r>
          </a:p>
        </p:txBody>
      </p:sp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D9E366F-42C6-5BB4-C9F1-6430CE352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67338"/>
            <a:ext cx="6554296" cy="347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1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3497A-DE8A-FDFB-B90F-E6005F7A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项目的基础文件结构</a:t>
            </a:r>
          </a:p>
        </p:txBody>
      </p:sp>
      <p:pic>
        <p:nvPicPr>
          <p:cNvPr id="5" name="内容占位符 4" descr="图形用户界面, 文本, 应用程序, 聊天或短信&#10;&#10;AI 生成的内容可能不正确。">
            <a:extLst>
              <a:ext uri="{FF2B5EF4-FFF2-40B4-BE49-F238E27FC236}">
                <a16:creationId xmlns:a16="http://schemas.microsoft.com/office/drawing/2014/main" id="{41F52D50-0F3D-C8DA-1CBB-9B98466AB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30664"/>
            <a:ext cx="3515216" cy="31913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C73C83F-49B4-1DE6-88A6-F703E666FBB8}"/>
              </a:ext>
            </a:extLst>
          </p:cNvPr>
          <p:cNvSpPr txBox="1"/>
          <p:nvPr/>
        </p:nvSpPr>
        <p:spPr>
          <a:xfrm>
            <a:off x="5911269" y="22958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083F408E-3FB3-5F48-692D-0D1505826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002" y="2049716"/>
            <a:ext cx="6258798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723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A198C-50A2-E160-26F5-ADB73067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项目配置文件</a:t>
            </a:r>
          </a:p>
        </p:txBody>
      </p:sp>
      <p:pic>
        <p:nvPicPr>
          <p:cNvPr id="5" name="内容占位符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72B9EA84-389E-B570-858D-59427C379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888267" cy="3611516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EDA4A392-F150-C555-FFE4-9C0CF1AB0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992" y="1690688"/>
            <a:ext cx="3467317" cy="361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33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A75F72-584F-CCDC-EFF6-936240D8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Mainwindow.h&amp;.cpp</a:t>
            </a:r>
            <a:endParaRPr lang="zh-CN" altLang="en-US" dirty="0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4E72122B-2243-54E3-A06A-FAB42B16A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692" y="1578820"/>
            <a:ext cx="4240108" cy="4825792"/>
          </a:xfrm>
          <a:prstGeom prst="rect">
            <a:avLst/>
          </a:prstGeom>
        </p:spPr>
      </p:pic>
      <p:pic>
        <p:nvPicPr>
          <p:cNvPr id="11" name="内容占位符 10" descr="文本&#10;&#10;AI 生成的内容可能不正确。">
            <a:extLst>
              <a:ext uri="{FF2B5EF4-FFF2-40B4-BE49-F238E27FC236}">
                <a16:creationId xmlns:a16="http://schemas.microsoft.com/office/drawing/2014/main" id="{C53F98E6-176B-F641-4E79-E6068A1AB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8200" y="1332243"/>
            <a:ext cx="3557606" cy="531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21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2DF75-DE5D-1EC8-499A-F93BCD699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.</a:t>
            </a:r>
            <a:r>
              <a:rPr lang="en-US" altLang="zh-CN" dirty="0" err="1"/>
              <a:t>ui</a:t>
            </a:r>
            <a:r>
              <a:rPr lang="zh-CN" altLang="en-US" dirty="0"/>
              <a:t>文件与</a:t>
            </a:r>
            <a:r>
              <a:rPr lang="en-US" altLang="zh-CN" dirty="0"/>
              <a:t>Qt Designer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DE7643-9815-37A4-458C-60ED958A7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955"/>
            <a:ext cx="7136876" cy="51222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双击</a:t>
            </a:r>
            <a:r>
              <a:rPr lang="en-US" altLang="zh-CN" dirty="0" err="1"/>
              <a:t>mainwindow.ui</a:t>
            </a:r>
            <a:r>
              <a:rPr lang="zh-CN" altLang="en-US" dirty="0"/>
              <a:t>，会自动进入“设计界面”</a:t>
            </a:r>
          </a:p>
        </p:txBody>
      </p:sp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79492ACA-FDD5-974F-6C6D-43ECE85F8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02177"/>
            <a:ext cx="7733122" cy="410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78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75B5E-FB40-86C3-4F0E-55E09C1D2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信号与槽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01EB8D-B17D-84D8-95DA-F7DFE6FAB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769"/>
            <a:ext cx="10515600" cy="17754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信号槽是 </a:t>
            </a:r>
            <a:r>
              <a:rPr lang="en-US" altLang="zh-CN" sz="2000" dirty="0"/>
              <a:t>Qt </a:t>
            </a:r>
            <a:r>
              <a:rPr lang="zh-CN" altLang="en-US" sz="2000" dirty="0"/>
              <a:t>的核心对象通信机制，实现了解耦的事件响应；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信号是 “事件通知”，槽是 “响应逻辑”，二者通过</a:t>
            </a:r>
            <a:r>
              <a:rPr lang="en-US" altLang="zh-CN" sz="2000" dirty="0"/>
              <a:t>connect()</a:t>
            </a:r>
            <a:r>
              <a:rPr lang="zh-CN" altLang="en-US" sz="2000" dirty="0"/>
              <a:t>建立关联；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具有类型安全、灵活关联、支持跨线程等特性，是 </a:t>
            </a:r>
            <a:r>
              <a:rPr lang="en-US" altLang="zh-CN" sz="2000" dirty="0"/>
              <a:t>Qt GUI </a:t>
            </a:r>
            <a:r>
              <a:rPr lang="zh-CN" altLang="en-US" sz="2000" dirty="0"/>
              <a:t>开发和非 </a:t>
            </a:r>
            <a:r>
              <a:rPr lang="en-US" altLang="zh-CN" sz="2000" dirty="0"/>
              <a:t>GUI </a:t>
            </a:r>
            <a:r>
              <a:rPr lang="zh-CN" altLang="en-US" sz="2000" dirty="0"/>
              <a:t>模块通信的基础</a:t>
            </a:r>
          </a:p>
          <a:p>
            <a:endParaRPr lang="zh-CN" altLang="en-US" dirty="0"/>
          </a:p>
        </p:txBody>
      </p:sp>
      <p:pic>
        <p:nvPicPr>
          <p:cNvPr id="5" name="图片 4" descr="电脑屏幕的手机截图&#10;&#10;AI 生成的内容可能不正确。">
            <a:extLst>
              <a:ext uri="{FF2B5EF4-FFF2-40B4-BE49-F238E27FC236}">
                <a16:creationId xmlns:a16="http://schemas.microsoft.com/office/drawing/2014/main" id="{DB78ED9D-DE79-9EE0-DEBE-FBF7749D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63183"/>
            <a:ext cx="6211167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78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2B2AB-77A9-5A9C-8AB7-7657B018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常用对话框：</a:t>
            </a:r>
            <a:r>
              <a:rPr lang="en-US" altLang="zh-CN" dirty="0" err="1"/>
              <a:t>QfileDialog</a:t>
            </a:r>
            <a:r>
              <a:rPr lang="en-US" altLang="zh-CN" dirty="0"/>
              <a:t> &amp; </a:t>
            </a:r>
            <a:r>
              <a:rPr lang="en-US" altLang="zh-CN" dirty="0" err="1"/>
              <a:t>QMessageBox</a:t>
            </a:r>
            <a:endParaRPr lang="zh-CN" altLang="en-US" dirty="0"/>
          </a:p>
        </p:txBody>
      </p:sp>
      <p:pic>
        <p:nvPicPr>
          <p:cNvPr id="5" name="内容占位符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E9E87326-8C0C-405E-052C-6CB3980EC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96965"/>
            <a:ext cx="4321354" cy="2472998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47DBD0E1-E042-4EDC-6B20-2409F9064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448" y="2766797"/>
            <a:ext cx="3142857" cy="1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393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283</Words>
  <Application>Microsoft Office PowerPoint</Application>
  <PresentationFormat>宽屏</PresentationFormat>
  <Paragraphs>40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Qt 的基础使用</vt:lpstr>
      <vt:lpstr>Qt 安装</vt:lpstr>
      <vt:lpstr>Qt 安装</vt:lpstr>
      <vt:lpstr>创建工程</vt:lpstr>
      <vt:lpstr>项目的基础文件结构</vt:lpstr>
      <vt:lpstr>项目配置文件</vt:lpstr>
      <vt:lpstr>Mainwindow.h&amp;.cpp</vt:lpstr>
      <vt:lpstr>.ui文件与Qt Designer</vt:lpstr>
      <vt:lpstr>信号与槽</vt:lpstr>
      <vt:lpstr>常用对话框：QfileDialog &amp; QMessageBox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Atlanta H</dc:creator>
  <cp:lastModifiedBy>Atlanta H</cp:lastModifiedBy>
  <cp:revision>4</cp:revision>
  <dcterms:created xsi:type="dcterms:W3CDTF">2025-12-22T15:34:37Z</dcterms:created>
  <dcterms:modified xsi:type="dcterms:W3CDTF">2025-12-23T04:35:09Z</dcterms:modified>
</cp:coreProperties>
</file>